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6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pt-BR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">
  <p:cSld name="3 Coluna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nas de Imagem">
  <p:cSld name="3 Colunas de Imagem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pt-BR"/>
              <a:t>LABORATÓRIO DE FUNDAMENTOS DE BANCO DE DADOS 1</a:t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/>
              <a:t>CARLOS ALEXANDRE DE SOUZA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pt-BR"/>
              <a:t>SANNYER CARDOSO CARVALHO NERY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/>
        </p:nvSpPr>
        <p:spPr>
          <a:xfrm>
            <a:off x="2105100" y="128825"/>
            <a:ext cx="79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– </a:t>
            </a:r>
            <a:r>
              <a:rPr lang="pt-BR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Modelo Conceitual em ER/EER</a:t>
            </a:r>
            <a:endParaRPr sz="3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1" name="Google Shape;241;p20" title="Laboratóri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938" y="666175"/>
            <a:ext cx="9568676" cy="58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o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