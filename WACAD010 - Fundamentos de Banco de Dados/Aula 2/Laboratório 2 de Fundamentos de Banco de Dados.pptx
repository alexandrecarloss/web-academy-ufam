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e0d43b60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e0d43b6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6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">
  <p:cSld name="3 Coluna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 de Imagem">
  <p:cSld name="3 Colunas de Imagem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pt-BR"/>
              <a:t>LABORATÓRIO DE FUNDAMENTOS DE BANCO DE DADOS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>
                <a:solidFill>
                  <a:schemeClr val="dk1"/>
                </a:solidFill>
              </a:rPr>
              <a:t>CARLOS ALEXANDRE DE SOUZA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>
                <a:solidFill>
                  <a:schemeClr val="dk1"/>
                </a:solidFill>
              </a:rPr>
              <a:t>SANNYER CARDOSO CARVALHO NERY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– 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Modelo Conceitual em ER/EER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1" name="Google Shape;241;p20" title="Laboratório 2 Fundamentos de Bancos de Dados-Modelo Entidade Relacionament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900" y="788300"/>
            <a:ext cx="8838199" cy="583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– Esquema Relacional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7" name="Google Shape;247;p21" title="Laboratório 2 Fundamentos de Bancos de Dados-Modelo Relaciona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538" y="798025"/>
            <a:ext cx="5016927" cy="583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8774950" y="798025"/>
            <a:ext cx="2903100" cy="2357400"/>
          </a:xfrm>
          <a:prstGeom prst="roundRect">
            <a:avLst>
              <a:gd fmla="val 9919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Twentieth Century"/>
                <a:ea typeface="Twentieth Century"/>
                <a:cs typeface="Twentieth Century"/>
                <a:sym typeface="Twentieth Century"/>
              </a:rPr>
              <a:t>A quantidade de dias em Reserva é um atributo derivado da diferença entre data_inicio e data_fim</a:t>
            </a:r>
            <a:endParaRPr sz="16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ito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