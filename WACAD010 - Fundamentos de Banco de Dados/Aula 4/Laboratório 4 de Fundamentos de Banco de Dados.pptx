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e0d43b60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e0d43b6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e0d43b60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e0d43b6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e0d43b600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e0d43b60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00" cy="44814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700" cy="2430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876424" y="1122363"/>
            <a:ext cx="87915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876424" y="3602038"/>
            <a:ext cx="8791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7077511" y="541020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876424" y="5410201"/>
            <a:ext cx="512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896911" y="5410199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141412" y="2249487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141411" y="1419226"/>
            <a:ext cx="99060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1141411" y="4424362"/>
            <a:ext cx="99060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141410" y="2249486"/>
            <a:ext cx="48783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6172200" y="2249486"/>
            <a:ext cx="48753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141411" y="619126"/>
            <a:ext cx="9906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370019" y="2249486"/>
            <a:ext cx="4649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1141410" y="3073397"/>
            <a:ext cx="4878300" cy="27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3" type="body"/>
          </p:nvPr>
        </p:nvSpPr>
        <p:spPr>
          <a:xfrm>
            <a:off x="6400808" y="2249485"/>
            <a:ext cx="4646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6"/>
          <p:cNvSpPr txBox="1"/>
          <p:nvPr>
            <p:ph idx="4" type="body"/>
          </p:nvPr>
        </p:nvSpPr>
        <p:spPr>
          <a:xfrm>
            <a:off x="6172200" y="3073397"/>
            <a:ext cx="4875300" cy="27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146705" y="609601"/>
            <a:ext cx="38559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156200" y="592666"/>
            <a:ext cx="58911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1146705" y="2249486"/>
            <a:ext cx="38559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141413" y="609600"/>
            <a:ext cx="59346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7380721" y="609601"/>
            <a:ext cx="3666600" cy="5181600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41410" y="2249486"/>
            <a:ext cx="59346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41410" y="4304664"/>
            <a:ext cx="9912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1141411" y="606426"/>
            <a:ext cx="9912300" cy="3299700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141364" y="5124020"/>
            <a:ext cx="99108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141456" y="609600"/>
            <a:ext cx="9906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141410" y="4419599"/>
            <a:ext cx="990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46212" y="609599"/>
            <a:ext cx="9302700" cy="27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720644" y="3365557"/>
            <a:ext cx="8752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1141411" y="4309919"/>
            <a:ext cx="99060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141410" y="2134041"/>
            <a:ext cx="9906000" cy="25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141364" y="4657655"/>
            <a:ext cx="99045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">
  <p:cSld name="3 Coluna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141413" y="6096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141410" y="2674463"/>
            <a:ext cx="319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1127918" y="3360263"/>
            <a:ext cx="3208800" cy="24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4514766" y="2677635"/>
            <a:ext cx="318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4504213" y="3363435"/>
            <a:ext cx="3195900" cy="24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7852442" y="2674463"/>
            <a:ext cx="319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7852442" y="3360263"/>
            <a:ext cx="3195000" cy="24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 de Imagem">
  <p:cSld name="3 Colunas de Imagem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1141411" y="6096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1141413" y="4404596"/>
            <a:ext cx="31953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1141413" y="2666998"/>
            <a:ext cx="319530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1141413" y="4980858"/>
            <a:ext cx="31953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4489053" y="4404596"/>
            <a:ext cx="3200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4489053" y="2666998"/>
            <a:ext cx="319890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4487593" y="4980857"/>
            <a:ext cx="3200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7852567" y="4404595"/>
            <a:ext cx="3190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7852442" y="2666998"/>
            <a:ext cx="319500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7852442" y="4980854"/>
            <a:ext cx="31950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4323511" y="-932613"/>
            <a:ext cx="3541800" cy="9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7454161" y="2197949"/>
            <a:ext cx="5181600" cy="20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2424850" y="-673951"/>
            <a:ext cx="5181600" cy="77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700" cy="252300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1141412" y="2249487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876424" y="1122363"/>
            <a:ext cx="87915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pt-BR"/>
              <a:t>LABORATÓRIO DE FUNDAMENTOS DE BANCO DE DADOS 4</a:t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876424" y="3602038"/>
            <a:ext cx="8791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>
                <a:solidFill>
                  <a:schemeClr val="dk1"/>
                </a:solidFill>
              </a:rPr>
              <a:t>CARLOS ALEXANDRE DE SOUZA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>
                <a:solidFill>
                  <a:schemeClr val="dk1"/>
                </a:solidFill>
              </a:rPr>
              <a:t>SANNYER CARDOSO CARVALHO NERY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– 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Modelo Conceitual em ER/EER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1" name="Google Shape;2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8850"/>
            <a:ext cx="12191998" cy="50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– Esquema Relacional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78675" y="1188775"/>
            <a:ext cx="10205100" cy="491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108350" y="1612650"/>
            <a:ext cx="9975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CLIENTE (</a:t>
            </a:r>
            <a:r>
              <a:rPr lang="pt-BR" u="sng"/>
              <a:t>cpf</a:t>
            </a:r>
            <a:r>
              <a:rPr lang="pt-BR"/>
              <a:t>, nome, celular, email, data_nasc)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ENDERECO(</a:t>
            </a:r>
            <a:r>
              <a:rPr lang="pt-BR" u="sng"/>
              <a:t>codigo</a:t>
            </a:r>
            <a:r>
              <a:rPr lang="pt-BR"/>
              <a:t>, logradouro, numero, estado, cep, cidade, bairro, #cpf_cliente)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cpf_cliente referencia CLIENTE.cpf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COMPRA(</a:t>
            </a:r>
            <a:r>
              <a:rPr lang="pt-BR" u="sng"/>
              <a:t>codigo</a:t>
            </a:r>
            <a:r>
              <a:rPr lang="pt-BR"/>
              <a:t>, forma_pagamento, data_hora, desconto, total, #cliente_cpf, #endereco_codigo)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forma_pagamento é um ENUM('boleto', 'cartao_credito', 'pix')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cliente_cpf referencia CLIENTE.cpf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endereco_codigo referencia ENDERECO.codigo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CATEGORIA(</a:t>
            </a:r>
            <a:r>
              <a:rPr lang="pt-BR" u="sng">
                <a:solidFill>
                  <a:schemeClr val="dk1"/>
                </a:solidFill>
              </a:rPr>
              <a:t>codigo</a:t>
            </a:r>
            <a:r>
              <a:rPr lang="pt-BR">
                <a:solidFill>
                  <a:schemeClr val="dk1"/>
                </a:solidFill>
              </a:rPr>
              <a:t>, nome)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SUBCATEGORIA(</a:t>
            </a:r>
            <a:r>
              <a:rPr lang="pt-BR" u="sng">
                <a:solidFill>
                  <a:schemeClr val="dk1"/>
                </a:solidFill>
              </a:rPr>
              <a:t>codigo</a:t>
            </a:r>
            <a:r>
              <a:rPr lang="pt-BR">
                <a:solidFill>
                  <a:schemeClr val="dk1"/>
                </a:solidFill>
              </a:rPr>
              <a:t>, nome, #categoria_codigo)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categoria_codigo referencia CATEGORIA.codigo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PRODUTO(</a:t>
            </a:r>
            <a:r>
              <a:rPr lang="pt-BR" u="sng">
                <a:solidFill>
                  <a:schemeClr val="dk1"/>
                </a:solidFill>
              </a:rPr>
              <a:t>codigo</a:t>
            </a:r>
            <a:r>
              <a:rPr lang="pt-BR">
                <a:solidFill>
                  <a:schemeClr val="dk1"/>
                </a:solidFill>
              </a:rPr>
              <a:t>, nome, quantidade, preco, fabricante, modelo, #subcategoria_codigo)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subcategoria_codigo referencia SUBCATEGORIA.codigo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PRODUTO_SERIE(</a:t>
            </a:r>
            <a:r>
              <a:rPr lang="pt-BR" u="sng">
                <a:solidFill>
                  <a:schemeClr val="dk1"/>
                </a:solidFill>
              </a:rPr>
              <a:t>codigo</a:t>
            </a:r>
            <a:r>
              <a:rPr lang="pt-BR">
                <a:solidFill>
                  <a:schemeClr val="dk1"/>
                </a:solidFill>
              </a:rPr>
              <a:t>, numero_serie, #produto_codigo)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produto_codigo PRODUTO.codigo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COMPRA_PRODUTO(#</a:t>
            </a:r>
            <a:r>
              <a:rPr lang="pt-BR" u="sng">
                <a:solidFill>
                  <a:schemeClr val="dk1"/>
                </a:solidFill>
              </a:rPr>
              <a:t>compra_codigo, #produto_codigo</a:t>
            </a:r>
            <a:r>
              <a:rPr lang="pt-BR">
                <a:solidFill>
                  <a:schemeClr val="dk1"/>
                </a:solidFill>
              </a:rPr>
              <a:t>, quantidade)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compra_codigo  referencia COMPRA.codigo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produto_codigo referencia produto.codigo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Decisões Tomadas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837625" y="1084400"/>
            <a:ext cx="10205100" cy="491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484125" y="1749950"/>
            <a:ext cx="8912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Número de serie por não ter mais atributos relevantes foi representado como atributo multivalorado de produto no modelo ER, embora seja uma tabela na implementação;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Forma de pagamento sendo tipo enum ('boleto', 'cartao_credito', 'pix') para evitar representações diferentes para a mesma forma de pagamento;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O valor total da compra é armazenado como uma coluna na tabela compra mesmo sendo um atributo calculado no modelo ER, pois é preciso armazenar no histórico da conta considerando que o valor do produto pode mudar o que causaria erro em caso de reembolso por exemplo, além de evitar joins entre compra e produto para futuros relatórios.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O nome do produto é armazenado obrigatoriamente.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Chaves estrangeiras com padrão nome da tabela _ nome do atributo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375825" y="128825"/>
            <a:ext cx="1168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Diagrama EER do script gerado manualmente no MySQL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61" name="Google Shape;2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675" y="982850"/>
            <a:ext cx="7781400" cy="55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ito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